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Influence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attribution gap on the buying committee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8412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marketing touch -&gt; a record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via topic + account, not OCR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Right-rail panel on Account + Opportunity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data preserved for AI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Augments Campaign Influence; doesn't replace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May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is not the buying committee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005840"/>
            <a:ext cx="384048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 Contact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840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Engaging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5727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Sales-entered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5727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automatically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team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interested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59689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when remembered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9689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Influence uses 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384048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nothing uses 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= CFOs, evaluators, consultants, partners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touch in, one signal 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6</a:t>
            </a:r>
            <a:endParaRPr lang="en-US" sz="900" dirty="0"/>
          </a:p>
        </p:txBody>
      </p:sp>
      <p:pic>
        <p:nvPicPr>
          <p:cNvPr id="8" name="Image 0" descr="Architecture flo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7772400" cy="22087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97424"/>
            <a:ext cx="8046720" cy="1197436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HubSpot event -&gt; one Touch record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Admin-managed rules classify by topic, intent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account match -&gt; signal on the Opp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Influence keeps running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sales sees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9281" y="914400"/>
            <a:ext cx="2461279" cy="25146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2461279" cy="251460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pic>
        <p:nvPicPr>
          <p:cNvPr id="10" name="Image 0" descr="Opportunity engagement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01" y="960120"/>
            <a:ext cx="2369839" cy="2423160"/>
          </a:xfrm>
          <a:prstGeom prst="rect">
            <a:avLst/>
          </a:prstGeom>
        </p:spPr>
      </p:pic>
      <p:pic>
        <p:nvPicPr>
          <p:cNvPr id="11" name="Image 1" descr="Account engagement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2369839" cy="2423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5001" y="3429000"/>
            <a:ext cx="2369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Opportunity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09160" y="3429000"/>
            <a:ext cx="2369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Account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3703320"/>
            <a:ext cx="8229600" cy="93726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Right-rail panel — small footprint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-&gt; role-picker -&gt; real OCR record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-&gt; grouped per-asset detail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value, tomorrow's foundation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977640" cy="384048"/>
          </a:xfrm>
          <a:prstGeom prst="rect">
            <a:avLst/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 — AI / Next-Best-Action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covers everyone who engaged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sees signals on active deals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data preserved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add touch types — no engineering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Influence keeps running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 next-best-action prompts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Buying-motion sequence detection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influence patterns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Engagement-velocity deal scoring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building AI today. Shaping the data so we can."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71322"/>
          </a:solidFill>
          <a:ln w="12700">
            <a:solidFill>
              <a:srgbClr val="071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— how it's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49149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Marketing Influence — Zelis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6</a:t>
            </a:r>
            <a:endParaRPr lang="en-US" sz="900" dirty="0"/>
          </a:p>
        </p:txBody>
      </p:sp>
      <p:pic>
        <p:nvPicPr>
          <p:cNvPr id="8" name="Image 0" descr="Detailed layer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5575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37733"/>
            <a:ext cx="8046720" cy="2757127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/ Service / Domain layers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CMDT-driven routing rules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 signal routing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touches as a first-class state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Opportunity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opp-compact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Deal Team + Not on Deal Team. Inline + Add.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Marketing Influence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Opportunity detail modal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opp-modal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Per-asset rows. Expand for individual touches.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Marketing Influence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Account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acct-compact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Flat list. ACR + Contact. Same component, account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Marketing Influence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</a:rPr>
              <a:t>Backup — Account detail modal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ckup-acct-modal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8970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All engaged people. Group by Person ↔ Campaign.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Marketing Influence — Zelis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919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Engagement Attribution — Pattern Overview</dc:title>
  <dc:subject>Zelis — HubSpot→Salesforce Attribution</dc:subject>
  <dc:creator>David Wood</dc:creator>
  <cp:lastModifiedBy>David Wood</cp:lastModifiedBy>
  <cp:revision>1</cp:revision>
  <dcterms:created xsi:type="dcterms:W3CDTF">2026-05-11T17:13:27Z</dcterms:created>
  <dcterms:modified xsi:type="dcterms:W3CDTF">2026-05-11T17:13:27Z</dcterms:modified>
</cp:coreProperties>
</file>